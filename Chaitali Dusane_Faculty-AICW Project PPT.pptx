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72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4" y="269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7ae41c55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7ae41c55d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7ae41c55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7ae41c55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7ae41c55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e7ae41c55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64319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498045" y="4329486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461047" y="4483695"/>
            <a:ext cx="1633432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Chaitali Dusane</a:t>
            </a: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  <a:p>
            <a:pPr>
              <a:lnSpc>
                <a:spcPts val="2038"/>
              </a:lnSpc>
            </a:pP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2012909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4532887" y="43113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4512406" y="4442916"/>
            <a:ext cx="2272871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IN" sz="1200" b="1" dirty="0">
                <a:solidFill>
                  <a:srgbClr val="002060"/>
                </a:solidFill>
              </a:rPr>
              <a:t>Chaitali.dusane1006@gmail.com</a:t>
            </a:r>
          </a:p>
          <a:p>
            <a:pPr>
              <a:lnSpc>
                <a:spcPts val="2038"/>
              </a:lnSpc>
            </a:pP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4015410" y="434764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594212" y="4350705"/>
            <a:ext cx="2272871" cy="623802"/>
            <a:chOff x="2873452" y="4308911"/>
            <a:chExt cx="2272871" cy="623802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906525" y="4308911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873452" y="4448798"/>
              <a:ext cx="2272871" cy="483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IN" sz="1200" b="1" dirty="0" err="1">
                  <a:solidFill>
                    <a:srgbClr val="002060"/>
                  </a:solidFill>
                </a:rPr>
                <a:t>Umamaheswari</a:t>
              </a:r>
              <a:endParaRPr lang="en-IN" sz="1200" b="1" dirty="0">
                <a:solidFill>
                  <a:srgbClr val="002060"/>
                </a:solidFill>
              </a:endParaRPr>
            </a:p>
            <a:p>
              <a:pPr>
                <a:lnSpc>
                  <a:spcPts val="2038"/>
                </a:lnSpc>
              </a:pP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190686" y="4335933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30444" y="3425515"/>
            <a:ext cx="557462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 err="1">
                <a:solidFill>
                  <a:srgbClr val="002060"/>
                </a:solidFill>
                <a:effectLst/>
                <a:latin typeface="Poppins" panose="00000500000000000000" pitchFamily="2" charset="0"/>
              </a:rPr>
              <a:t>EduSync</a:t>
            </a:r>
            <a:r>
              <a:rPr lang="en-US" sz="1800" b="1" i="0" u="none" strike="noStrike" dirty="0">
                <a:solidFill>
                  <a:srgbClr val="002060"/>
                </a:solidFill>
                <a:effectLst/>
                <a:latin typeface="Poppins" panose="00000500000000000000" pitchFamily="2" charset="0"/>
              </a:rPr>
              <a:t>: Intelligent Onboarding Agent for Academic Excellence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Transforming Policy Management through AI</a:t>
            </a:r>
            <a:endParaRPr lang="en-US" sz="1400" b="0" dirty="0">
              <a:solidFill>
                <a:srgbClr val="002060"/>
              </a:solidFill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23"/>
    </mc:Choice>
    <mc:Fallback xmlns="">
      <p:transition spd="slow" advTm="4892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9C0E840-0742-48EE-A2A1-CBE84E5BA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95" y="552734"/>
            <a:ext cx="7882209" cy="439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75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00" y="559557"/>
            <a:ext cx="8581883" cy="4346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178719"/>
            <a:ext cx="3929063" cy="3536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6312" y="1178719"/>
            <a:ext cx="3929063" cy="353615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 sz="1350" dirty="0"/>
          </a:p>
        </p:txBody>
      </p:sp>
      <p:sp>
        <p:nvSpPr>
          <p:cNvPr id="129" name="Google Shape;129;p16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50081" y="1400175"/>
            <a:ext cx="36604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0073B1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 sz="200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650081" y="1764507"/>
            <a:ext cx="348615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EduSync</a:t>
            </a: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an AI-powered conversational agent developed using Microsoft Copilot Studio to modernize the onboarding experience for new faculty members.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5007769" y="1400175"/>
            <a:ext cx="36604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dirty="0">
                <a:solidFill>
                  <a:srgbClr val="0073B1"/>
                </a:solidFill>
                <a:latin typeface="Poppins"/>
                <a:ea typeface="Poppins"/>
                <a:cs typeface="Poppins"/>
                <a:sym typeface="Poppins"/>
              </a:rPr>
              <a:t>Core Impact</a:t>
            </a:r>
            <a:endParaRPr sz="200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5007769" y="1764507"/>
            <a:ext cx="3486150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centralizing scattered institutional policies into one intelligent interface, the project reduces manual HR effort by up to 40% while providing instant, 24/7 support.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219" y="802482"/>
            <a:ext cx="813816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sz="1350"/>
          </a:p>
        </p:txBody>
      </p:sp>
      <p:sp>
        <p:nvSpPr>
          <p:cNvPr id="140" name="Google Shape;140;p17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28625" y="1789510"/>
            <a:ext cx="3929063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Institutional policies often exist in a </a:t>
            </a:r>
            <a:r>
              <a:rPr lang="en-US" sz="1238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"Paper Mine"</a:t>
            </a:r>
            <a:r>
              <a:rPr lang="en-US" sz="1238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state, causing friction during critical transitions.</a:t>
            </a:r>
            <a:endParaRPr sz="1350" dirty="0"/>
          </a:p>
        </p:txBody>
      </p:sp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6313" y="2878932"/>
            <a:ext cx="1764506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50094" y="2418159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Information Silos:</a:t>
            </a:r>
            <a:r>
              <a:rPr lang="en-US" sz="1238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scattered across manuals and emails.</a:t>
            </a:r>
            <a:endParaRPr sz="135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750094" y="3032522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 Burden:</a:t>
            </a:r>
            <a:r>
              <a:rPr lang="en-US" sz="1238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HR staff repeat same answers to routine queries.</a:t>
            </a:r>
            <a:endParaRPr sz="1350" dirty="0"/>
          </a:p>
        </p:txBody>
      </p:sp>
      <p:sp>
        <p:nvSpPr>
          <p:cNvPr id="145" name="Google Shape;145;p17"/>
          <p:cNvSpPr txBox="1"/>
          <p:nvPr/>
        </p:nvSpPr>
        <p:spPr>
          <a:xfrm>
            <a:off x="750094" y="3646884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Inconsistency: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Risk of outdated policy information being shared.</a:t>
            </a:r>
            <a:endParaRPr sz="1350"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2446734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3061096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3675459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2DAB94-94BB-4A6D-BB8D-2BC9934E34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8051" y="1082040"/>
            <a:ext cx="4480203" cy="3421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28624"/>
            <a:ext cx="8513564" cy="428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178719"/>
            <a:ext cx="3929063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86312" y="1178719"/>
            <a:ext cx="3929063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Proposed Solution</a:t>
            </a:r>
            <a:endParaRPr sz="1350"/>
          </a:p>
        </p:txBody>
      </p:sp>
      <p:sp>
        <p:nvSpPr>
          <p:cNvPr id="157" name="Google Shape;157;p18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28625" y="4321969"/>
            <a:ext cx="8286750" cy="2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Tools: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Microsoft Copilot Studio &amp; Microsoft 365</a:t>
            </a:r>
            <a:endParaRPr sz="1350"/>
          </a:p>
        </p:txBody>
      </p:sp>
      <p:sp>
        <p:nvSpPr>
          <p:cNvPr id="159" name="Google Shape;159;p18"/>
          <p:cNvSpPr txBox="1"/>
          <p:nvPr/>
        </p:nvSpPr>
        <p:spPr>
          <a:xfrm>
            <a:off x="650081" y="1850231"/>
            <a:ext cx="366045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3" b="1">
                <a:solidFill>
                  <a:srgbClr val="0073B1"/>
                </a:solidFill>
                <a:latin typeface="Poppins"/>
                <a:ea typeface="Poppins"/>
                <a:cs typeface="Poppins"/>
                <a:sym typeface="Poppins"/>
              </a:rPr>
              <a:t>EduSync AI Concierge</a:t>
            </a:r>
            <a:endParaRPr sz="1350"/>
          </a:p>
        </p:txBody>
      </p:sp>
      <p:sp>
        <p:nvSpPr>
          <p:cNvPr id="160" name="Google Shape;160;p18"/>
          <p:cNvSpPr txBox="1"/>
          <p:nvPr/>
        </p:nvSpPr>
        <p:spPr>
          <a:xfrm>
            <a:off x="650081" y="2214563"/>
            <a:ext cx="3486150" cy="857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interactive digital assistant that answers HR and administrative questions instantly using Generative AI.</a:t>
            </a:r>
            <a:endParaRPr sz="1350"/>
          </a:p>
        </p:txBody>
      </p:sp>
      <p:sp>
        <p:nvSpPr>
          <p:cNvPr id="161" name="Google Shape;161;p18"/>
          <p:cNvSpPr txBox="1"/>
          <p:nvPr/>
        </p:nvSpPr>
        <p:spPr>
          <a:xfrm>
            <a:off x="5007769" y="1850231"/>
            <a:ext cx="3660458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3" b="1">
                <a:solidFill>
                  <a:srgbClr val="0073B1"/>
                </a:solidFill>
                <a:latin typeface="Poppins"/>
                <a:ea typeface="Poppins"/>
                <a:cs typeface="Poppins"/>
                <a:sym typeface="Poppins"/>
              </a:rPr>
              <a:t>Unified Knowledge Base</a:t>
            </a:r>
            <a:endParaRPr sz="1350"/>
          </a:p>
        </p:txBody>
      </p:sp>
      <p:sp>
        <p:nvSpPr>
          <p:cNvPr id="162" name="Google Shape;162;p18"/>
          <p:cNvSpPr txBox="1"/>
          <p:nvPr/>
        </p:nvSpPr>
        <p:spPr>
          <a:xfrm>
            <a:off x="5007769" y="2214563"/>
            <a:ext cx="3486150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Consolidation of University policies (Leave, IT, Joining) into a single AI-digestible repository.</a:t>
            </a:r>
            <a:endParaRPr sz="1350"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0081" y="1428750"/>
            <a:ext cx="3571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07769" y="1428750"/>
            <a:ext cx="250031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86740"/>
            <a:ext cx="8816340" cy="448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178719"/>
            <a:ext cx="82867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8" y="2364581"/>
            <a:ext cx="1703784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75334" y="2364581"/>
            <a:ext cx="1703784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4881" y="2364581"/>
            <a:ext cx="1703784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54428" y="2364581"/>
            <a:ext cx="1703784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 sz="1350"/>
          </a:p>
        </p:txBody>
      </p:sp>
      <p:sp>
        <p:nvSpPr>
          <p:cNvPr id="176" name="Google Shape;176;p19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32446" y="2550319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21994" y="2550319"/>
            <a:ext cx="100013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11540" y="2550319"/>
            <a:ext cx="100013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472440"/>
            <a:ext cx="8900160" cy="4541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" y="495300"/>
            <a:ext cx="8669528" cy="4488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339453"/>
            <a:ext cx="3929063" cy="321468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Live Demo: Test Bot Response</a:t>
            </a:r>
            <a:endParaRPr sz="1350"/>
          </a:p>
        </p:txBody>
      </p:sp>
      <p:sp>
        <p:nvSpPr>
          <p:cNvPr id="192" name="Google Shape;192;p21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425" y="2739628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4786313" y="1778794"/>
            <a:ext cx="4125515" cy="162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3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Test Scenarios:</a:t>
            </a:r>
            <a:endParaRPr sz="1350"/>
          </a:p>
        </p:txBody>
      </p:sp>
      <p:sp>
        <p:nvSpPr>
          <p:cNvPr id="195" name="Google Shape;195;p21"/>
          <p:cNvSpPr txBox="1"/>
          <p:nvPr/>
        </p:nvSpPr>
        <p:spPr>
          <a:xfrm>
            <a:off x="4786312" y="2143125"/>
            <a:ext cx="3929063" cy="2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"What time should I login?"</a:t>
            </a:r>
            <a:endParaRPr sz="1350"/>
          </a:p>
        </p:txBody>
      </p:sp>
      <p:sp>
        <p:nvSpPr>
          <p:cNvPr id="196" name="Google Shape;196;p21"/>
          <p:cNvSpPr txBox="1"/>
          <p:nvPr/>
        </p:nvSpPr>
        <p:spPr>
          <a:xfrm>
            <a:off x="4786312" y="2536031"/>
            <a:ext cx="3929063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"Per CHAKRA policy, login flexibility is until 09:45 AM."</a:t>
            </a:r>
            <a:endParaRPr sz="1350"/>
          </a:p>
        </p:txBody>
      </p:sp>
      <p:sp>
        <p:nvSpPr>
          <p:cNvPr id="197" name="Google Shape;197;p21"/>
          <p:cNvSpPr/>
          <p:nvPr/>
        </p:nvSpPr>
        <p:spPr>
          <a:xfrm>
            <a:off x="4786312" y="3164682"/>
            <a:ext cx="3929063" cy="7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86312" y="3328988"/>
            <a:ext cx="3929063" cy="2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Query: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"Documents for day 1?"</a:t>
            </a:r>
            <a:endParaRPr sz="1350"/>
          </a:p>
        </p:txBody>
      </p:sp>
      <p:sp>
        <p:nvSpPr>
          <p:cNvPr id="199" name="Google Shape;199;p21"/>
          <p:cNvSpPr txBox="1"/>
          <p:nvPr/>
        </p:nvSpPr>
        <p:spPr>
          <a:xfrm>
            <a:off x="4786312" y="3721894"/>
            <a:ext cx="3929063" cy="285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Response: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Guides user to the Annexure V list instantly.</a:t>
            </a:r>
            <a:endParaRPr sz="1350"/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312" y="1339444"/>
            <a:ext cx="4020377" cy="3214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464820"/>
            <a:ext cx="8945880" cy="452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666" y="502920"/>
            <a:ext cx="8456414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3"/>
          <p:cNvSpPr txBox="1"/>
          <p:nvPr/>
        </p:nvSpPr>
        <p:spPr>
          <a:xfrm>
            <a:off x="607219" y="428625"/>
            <a:ext cx="8513564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75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sz="1350"/>
          </a:p>
        </p:txBody>
      </p:sp>
      <p:sp>
        <p:nvSpPr>
          <p:cNvPr id="212" name="Google Shape;212;p23"/>
          <p:cNvSpPr/>
          <p:nvPr/>
        </p:nvSpPr>
        <p:spPr>
          <a:xfrm>
            <a:off x="428625" y="428625"/>
            <a:ext cx="57150" cy="464344"/>
          </a:xfrm>
          <a:prstGeom prst="rect">
            <a:avLst/>
          </a:prstGeom>
          <a:solidFill>
            <a:srgbClr val="0073B1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 txBox="1"/>
          <p:nvPr/>
        </p:nvSpPr>
        <p:spPr>
          <a:xfrm>
            <a:off x="750094" y="2332434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HRMS Integration: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leave balance tracking.</a:t>
            </a:r>
            <a:endParaRPr sz="1350"/>
          </a:p>
        </p:txBody>
      </p:sp>
      <p:sp>
        <p:nvSpPr>
          <p:cNvPr id="214" name="Google Shape;214;p23"/>
          <p:cNvSpPr txBox="1"/>
          <p:nvPr/>
        </p:nvSpPr>
        <p:spPr>
          <a:xfrm>
            <a:off x="750094" y="2946797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Multi-lingual Support: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Policies available in regional languages.</a:t>
            </a:r>
            <a:endParaRPr sz="1350"/>
          </a:p>
        </p:txBody>
      </p:sp>
      <p:sp>
        <p:nvSpPr>
          <p:cNvPr id="215" name="Google Shape;215;p23"/>
          <p:cNvSpPr txBox="1"/>
          <p:nvPr/>
        </p:nvSpPr>
        <p:spPr>
          <a:xfrm>
            <a:off x="5107782" y="2332434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Predictive Insights: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Analyzing common faculty pain points.</a:t>
            </a:r>
            <a:endParaRPr sz="1350"/>
          </a:p>
        </p:txBody>
      </p:sp>
      <p:sp>
        <p:nvSpPr>
          <p:cNvPr id="216" name="Google Shape;216;p23"/>
          <p:cNvSpPr txBox="1"/>
          <p:nvPr/>
        </p:nvSpPr>
        <p:spPr>
          <a:xfrm>
            <a:off x="5107782" y="2946797"/>
            <a:ext cx="3607594" cy="57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38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Institutional Scaling:</a:t>
            </a:r>
            <a:r>
              <a:rPr lang="en-US" sz="1238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Deploying to other admin departments.</a:t>
            </a:r>
            <a:endParaRPr sz="1350"/>
          </a:p>
        </p:txBody>
      </p:sp>
      <p:pic>
        <p:nvPicPr>
          <p:cNvPr id="217" name="Google Shape;21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361009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975371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6313" y="2361009"/>
            <a:ext cx="171450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6313" y="2975371"/>
            <a:ext cx="171450" cy="185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19" y="0"/>
            <a:ext cx="92154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278</Words>
  <Application>Microsoft Office PowerPoint</Application>
  <PresentationFormat>On-screen Show (16:9)</PresentationFormat>
  <Paragraphs>37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Chaitali Dusane</cp:lastModifiedBy>
  <cp:revision>60</cp:revision>
  <dcterms:created xsi:type="dcterms:W3CDTF">2026-02-18T09:17:23Z</dcterms:created>
  <dcterms:modified xsi:type="dcterms:W3CDTF">2026-05-06T04:35:54Z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